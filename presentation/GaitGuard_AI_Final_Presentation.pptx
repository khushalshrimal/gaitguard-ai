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GaitGuard AI</a:t>
            </a:r>
          </a:p>
          <a:p>
            <a:pPr>
              <a:spcBef>
                <a:spcPts val="600"/>
              </a:spcBef>
              <a:defRPr sz="1800">
                <a:solidFill>
                  <a:srgbClr val="A7F3D0"/>
                </a:solidFill>
              </a:defRPr>
            </a:pPr>
            <a:r>
              <a:t>AI-Assisted Cattle Gait &amp; Lameness-Risk Screening System</a:t>
            </a:r>
            <a:br/>
            <a:r>
              <a:t>Video-Based Biomechanical Movement Analysis &amp; Explainable AI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7F3D0"/>
                </a:solidFill>
              </a:defRPr>
            </a:pPr>
            <a:r>
              <a:t>Phase 18 Final Release | Medical Disclaimer: Screening tool, not a veterinary diagnosis.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Problem Statement &amp; Impact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Bovine Lameness: A Major Health &amp; Economic Challenge in Cattle Farming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Bovine lameness affects 25–35% of commercial dairy cattle worldwide.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Causes severe animal pain, reduced milk yield, impaired fertility, and early culling.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Traditional locomotion scoring is manual, subjective, and catches lameness at late stages.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GaitGuard AI provides mobile-first automated screening to flag movement anomalies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Proposed Solution &amp; User Journey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Simple 5-Step Mobile-First Screening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1. Launch App: Open React PWA (Offline-ready with real-time API health status).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2. Video Input: Drag &amp; drop cattle walking video or record live via camera.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3. Quality Gate: Automated check for motion blur, framing, and keypoint coverage.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4. Calibrated Triage: Instant screening outcome (NORMAL / LAMENESS_RISK / INCONCLUSIVE).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5. SHAP Evidence: Review biomechanical feature attributions and recommended next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Real Product Interface &amp; User Experience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Production-Hardened SaaS Interface Built for Field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Distinct visual cards for NORMAL, LAMENESS_RISK, and INCONCLUSIVE outcomes.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Calibrated risk probability percentage with uncertainty bounds (±10%).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Level 1 feature attributions and Level 2 domain gait metrics via SHAP.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Zero PII collection and guaranteed zero temporary video persistence.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System Architecture &amp; Data Flow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Modular Microservice Architecture (Client PWA -&gt; FastAPI REST -&gt; PyTorch Engine)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Frontend PWA: React 18, TypeScript, Tailwind CSS, Vite.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Backend REST API: FastAPI, Uvicorn, Pydantic v2, Request Correlation IDs (req_...).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Security &amp; Quality Gate: Magic-byte inspection (ftyp/RIFF), path traversal safety, OpenCV blur check.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ML Engine: PyTorch BiLSTM neural network + Platt Sigmoid calibrator + SHAP Explainer.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Keypoint Tracking &amp; Gait Feature Engineering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17 Anatomical Cattle Keypoints -&gt; 76 Biomechanical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Tracks 17 anatomical keypoints (withers, spine, hocks, fetlocks, hoofs).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Savitzky-Golay polynomial trajectory filtering eliminates high-frequency tracking noise.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Torso-length normalization makes gait metrics invariant to cow size and camera distance.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76 features capture back-arch curvature, stance asymmetry, head nodding, and stride variance.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BiLSTM Neural Network &amp; Sequence Modeling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Temporal Pattern Analysis Across 128-Frame Sequence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Bidirectional LSTM evaluates past and future temporal context in parallel.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Sequence input tensor shape: (128, 76).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Captures cyclic stride rhythm and dynamic motion traits impossible to detect in static 2D images.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Internal Evaluation &amp; Leak-Free GroupKFold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Rigorous Animal-Level GroupKFold CV (0 Cow Overlap)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Internal CV Accuracy: 81.97% | F1-Score: 0.7973 | Out-of-Fold ROC-AUC: 0.9016.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Screening Recall (tau = 0.34): 89.15% screening sensitivity.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GroupKFold Rigor: 0 animal overlap between training and validation folds in all 5 splits.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Calibration, Triage &amp; Explainable AI (SHAP)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Platt Sigmoid Calibration &amp; Deep SHAP Feature Attributions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Platt Sigmoid Calibration maps raw neural net logits to calibrated screening probabilities.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3-Way Triage Engine: Screening threshold tau = 0.34, inconclusive band [0.24, 0.44].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Deep SHAP Explainer highlights feature contribution direction (+ Risk / - Neutralizer).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Privacy, Security &amp; Data Protection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Zero Temporary Video Persistence &amp; Privacy-by-Design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Temporary video files deleted immediately inside deterministic finally blocks after keypoint extraction.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Magic-byte signature verification rejects renamed scripts or executables.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Zero farmer PII collected; cryptographic request correlation tracking.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Non-diagnostic disclaimer embedded across all API responses.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Responsible Use &amp; Field Validation Roadmap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Responsible AI Deployment Policy &amp; Preregistered Validation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Internal CV metrics represent benchmark dataset performance, NOT clinical field sensitivity.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External field validation remains BLOCKED — DATA COLLECTION REQUIRED.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Preregistered 6-step protocol ready for independent blinded farm testing.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Designed as a decision support tool to aid, not replace, veterinary professionals.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Conclusion &amp; Project Summary</a:t>
            </a:r>
          </a:p>
          <a:p>
            <a:pPr>
              <a:spcBef>
                <a:spcPts val="600"/>
              </a:spcBef>
              <a:defRPr sz="1800">
                <a:solidFill>
                  <a:srgbClr val="064E3B"/>
                </a:solidFill>
              </a:defRPr>
            </a:pPr>
            <a:r>
              <a:t>GaitGuard AI: Production-Ready Software System for Cattle Gait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Pipeline model latency: 66.59 ms (sub-100ms real-time target met).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Automated test coverage: 239 backend tests &amp; 13 frontend tests (100% pass rate).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Production PWA build and non-root Docker deployment container ready.</a:t>
            </a:r>
          </a:p>
          <a:p>
            <a:pPr>
              <a:spcBef>
                <a:spcPts val="1400"/>
              </a:spcBef>
              <a:defRPr sz="2000">
                <a:solidFill>
                  <a:srgbClr val="0F172A"/>
                </a:solidFill>
              </a:defRPr>
            </a:pPr>
            <a:r>
              <a:t>•  Thank you! Ready for Live Demo &amp; Q&amp;A.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GaitGuard AI — Phase 18 Release | AI-Assisted Cattle Gait Screening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